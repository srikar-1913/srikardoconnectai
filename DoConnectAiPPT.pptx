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A594-51DB-3D04-1DFA-0B62D539F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9EB30-2D68-8701-098E-712E776C0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4DE2-A842-BFAF-230F-121E355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E3063-663A-00FD-F693-6FD7F414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05C8E-C863-37F8-F717-E13F162C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01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941B-BA16-BFDD-2C8D-78A17DCD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3CA96-B5AD-0BF6-F3F0-A08358DBB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B395E-2CBF-78BA-69F7-AD95D513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6648E-06D6-07DA-3140-4750F6F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FDCB-0B29-FECF-5E2B-A8272F4F6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24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F02F-B145-1AE9-1B30-FFFE1A99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C4705-9D14-B0F7-3086-047296154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F6FB8-02B4-25B0-BA7A-CE7735C5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AA26-FF1D-4EC6-AF78-C2A87947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F4682-0D8A-2A72-4A70-7EE2BF41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37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CB5F-B049-996A-84DD-B5C8C4A6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D3D0-9277-75BC-6005-C8DA633C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C8963-BFD7-FD15-8084-342EDBB20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847B6-B5A3-BD04-B488-A3A26AC6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34A11-91B8-8A36-B018-69C2CE1D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E1E46-1C02-B8E8-B63E-4E8F5414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66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6437-8F8B-170C-9C1A-1E2D00DE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990B-8302-5678-67A6-1130A362D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C9D92-7D96-CBF9-36A8-A61A168AD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776FC-8679-C799-CD76-1D3D0F22C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C4023-5E68-00F0-DB17-F81885B39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CD7A1-CAE7-2083-D2A3-D08779FF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4F223-7146-F401-A7A3-3D899BC2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03204-3CCC-F0AC-13F5-0A31B571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37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20CC-F914-378F-1992-B7C2DD9D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B9AEF-9479-8020-7263-4DFAEA75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4D176-BB7D-527C-3E1D-846D9354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B579B-02BD-788D-2244-9E73147C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7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FC13E-5227-2345-862C-D261C9A1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38320-E456-719B-BC84-F0AEEE47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9AD9-8676-AE36-BDBA-FFB23B05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9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27CF-0EDF-1D89-ECD3-3F929B12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50ADC-0DD5-D4A4-E946-D84FA671F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2691A-DA0A-65BE-3050-1527D0ADA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DE9F5-97B9-7715-6758-5361F847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C7F1B-157C-8EC2-D02E-FB27AF56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5909E-00A6-38CB-EFCB-98E0C720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56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B38D-743B-8652-1AA5-CE78A6C6C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C5D9D-0248-80C5-1BEE-1F4E6AE22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0A22A-A170-C4DF-9EF3-5BFB11DB5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63661-0075-63BD-71B5-AAD0C0FF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B9365-27AA-21A8-DB6A-D0D9D762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1CD96-7EFB-ED61-C49F-0001A4AF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5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0F11-BFC6-7BE4-A773-A0301D5E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6356B-C54E-4CB7-EF62-3549C5016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F0BB8-9EBE-3F8F-7978-2786AE02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9CD5-52DB-8872-AD3E-06186EAC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8C820-1812-A474-8C4C-E77DB738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01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D77A9-6E90-AB52-97DA-ADCB84BEE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04808-1FA1-F148-874C-1D67E6CBE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7CB36-D60E-441F-DE81-DD9F381E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FC8A3-2FD9-29CD-65A0-4006E9C7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D7C4-E431-4B13-41B0-EAF8A063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33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FF346-0403-071C-CF5B-49AB6B69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1DB9E-0013-C196-3184-B58C40F95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A02D6-1389-5DAA-DAE6-8C03525E2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05797-25EC-492A-9FE9-90B554BD3E66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B3A95-FED7-9496-0366-36E34BB79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E029-5C40-1F27-3315-A9D1863F4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37A7B-D219-4A55-AC59-AF23EBE00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62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900C-F07D-02C3-E6B1-E25ED5E1F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25A89-0D66-C90F-5BAF-3CE373498A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0CAE1-AD18-0A4E-4034-DFAD7C573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31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445D-888A-1B5A-5D18-99303521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956015-CFED-FDC0-1C42-D390CA3EB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8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ED61-14F7-4E5B-206F-C567ACA8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C36091-EFEF-5E28-E891-0ABD60E8C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5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11131-9797-8E86-E7E8-C6199F7C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B128C6-0E56-DE0B-3318-8A4547D9F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6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88B5-F233-1636-1713-3C02E177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03DCC3-ACF7-BCDB-7A6B-8B65B4A90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2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6E2A-3DD0-D953-FF35-F0A67DA00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624906-7EF0-F31F-C950-EE7217D20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5013-7BFB-B432-2659-5CA5F290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A63A0C-8F91-4FB3-15DB-8CBD144AA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1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4F01-5E83-495A-4AF7-A5378BF9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CFF800-22A8-9235-48FE-611B93B77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8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999D-2304-2D5D-6747-1D81EF7F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98B260-965B-0600-B0AC-AE0E22503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532A-727B-734F-153F-1448572B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573DF-1D3E-AB2A-504D-7853B3B44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5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8BB8-9288-73D1-3273-D73C1BEC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1377E9-CAC3-2702-5952-497D807AD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98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7A9B-6E54-0411-1781-1EBA622E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5DA88B-8288-A92D-A1E2-3AD5F0FDA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EB5E-CFEE-0B1F-A006-D0F90E0D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EBC0E1-8FFC-882F-34C2-3DACA7A75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28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BD00-0D3A-01DB-9A52-BDA03153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0C254-0646-4C89-4472-8E81B3C89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7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4778-1BEF-140B-23ED-C3E342A6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17E67A-2F88-7559-1DC4-31784BB6C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16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7711-C16A-2520-4E3B-D46F06BC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1323E3-A207-40FE-2FB5-C179908AD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6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nandhini paladugula</dc:creator>
  <cp:lastModifiedBy>nandhini paladugula</cp:lastModifiedBy>
  <cp:revision>1</cp:revision>
  <dcterms:created xsi:type="dcterms:W3CDTF">2026-06-17T21:43:42Z</dcterms:created>
  <dcterms:modified xsi:type="dcterms:W3CDTF">2026-06-17T22:08:28Z</dcterms:modified>
</cp:coreProperties>
</file>